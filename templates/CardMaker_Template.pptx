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7"/>
  </p:notesMasterIdLst>
  <p:sldIdLst>
    <p:sldId id="263" r:id="rId5"/>
    <p:sldId id="262" r:id="rId6"/>
  </p:sldIdLst>
  <p:sldSz cx="3311525" cy="2016125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6AC961-FFCE-4E9F-8277-1794A8878791}" v="23" dt="2025-08-20T02:09:34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8"/>
    <p:restoredTop sz="94558"/>
  </p:normalViewPr>
  <p:slideViewPr>
    <p:cSldViewPr snapToGrid="0" snapToObjects="1">
      <p:cViewPr varScale="1">
        <p:scale>
          <a:sx n="219" d="100"/>
          <a:sy n="219" d="100"/>
        </p:scale>
        <p:origin x="79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권혁" userId="bad68b9b-ac12-420f-8661-837ece474ce0" providerId="ADAL" clId="{B26AC961-FFCE-4E9F-8277-1794A8878791}"/>
    <pc:docChg chg="undo custSel modSld">
      <pc:chgData name="권혁" userId="bad68b9b-ac12-420f-8661-837ece474ce0" providerId="ADAL" clId="{B26AC961-FFCE-4E9F-8277-1794A8878791}" dt="2025-08-20T23:30:44.260" v="404" actId="1038"/>
      <pc:docMkLst>
        <pc:docMk/>
      </pc:docMkLst>
      <pc:sldChg chg="modSp mod">
        <pc:chgData name="권혁" userId="bad68b9b-ac12-420f-8661-837ece474ce0" providerId="ADAL" clId="{B26AC961-FFCE-4E9F-8277-1794A8878791}" dt="2025-08-20T23:30:44.260" v="404" actId="1038"/>
        <pc:sldMkLst>
          <pc:docMk/>
          <pc:sldMk cId="1113282737" sldId="263"/>
        </pc:sldMkLst>
        <pc:spChg chg="mod">
          <ac:chgData name="권혁" userId="bad68b9b-ac12-420f-8661-837ece474ce0" providerId="ADAL" clId="{B26AC961-FFCE-4E9F-8277-1794A8878791}" dt="2025-08-20T02:08:47.338" v="375"/>
          <ac:spMkLst>
            <pc:docMk/>
            <pc:sldMk cId="1113282737" sldId="263"/>
            <ac:spMk id="2" creationId="{354DBA98-E9B9-2755-3D1B-184FDA502086}"/>
          </ac:spMkLst>
        </pc:spChg>
        <pc:spChg chg="mod">
          <ac:chgData name="권혁" userId="bad68b9b-ac12-420f-8661-837ece474ce0" providerId="ADAL" clId="{B26AC961-FFCE-4E9F-8277-1794A8878791}" dt="2025-08-01T11:02:21.908" v="0" actId="2711"/>
          <ac:spMkLst>
            <pc:docMk/>
            <pc:sldMk cId="1113282737" sldId="263"/>
            <ac:spMk id="3" creationId="{07EEC3A7-2B0F-ED95-2FE7-7EA19FC4AF0A}"/>
          </ac:spMkLst>
        </pc:spChg>
        <pc:spChg chg="mod">
          <ac:chgData name="권혁" userId="bad68b9b-ac12-420f-8661-837ece474ce0" providerId="ADAL" clId="{B26AC961-FFCE-4E9F-8277-1794A8878791}" dt="2025-08-01T11:02:21.908" v="0" actId="2711"/>
          <ac:spMkLst>
            <pc:docMk/>
            <pc:sldMk cId="1113282737" sldId="263"/>
            <ac:spMk id="6" creationId="{55CBBF61-5D85-34C2-39EF-4062FC880A81}"/>
          </ac:spMkLst>
        </pc:spChg>
        <pc:spChg chg="mod">
          <ac:chgData name="권혁" userId="bad68b9b-ac12-420f-8661-837ece474ce0" providerId="ADAL" clId="{B26AC961-FFCE-4E9F-8277-1794A8878791}" dt="2025-08-20T23:30:44.260" v="404" actId="1038"/>
          <ac:spMkLst>
            <pc:docMk/>
            <pc:sldMk cId="1113282737" sldId="263"/>
            <ac:spMk id="7" creationId="{09481817-1747-6F75-2394-FCECB4F4237A}"/>
          </ac:spMkLst>
        </pc:spChg>
        <pc:spChg chg="mod">
          <ac:chgData name="권혁" userId="bad68b9b-ac12-420f-8661-837ece474ce0" providerId="ADAL" clId="{B26AC961-FFCE-4E9F-8277-1794A8878791}" dt="2025-08-20T02:10:09.569" v="399" actId="20577"/>
          <ac:spMkLst>
            <pc:docMk/>
            <pc:sldMk cId="1113282737" sldId="263"/>
            <ac:spMk id="15" creationId="{2D2FFC59-2A36-704E-9630-6E4F2E9F152D}"/>
          </ac:spMkLst>
        </pc:spChg>
        <pc:spChg chg="mod">
          <ac:chgData name="권혁" userId="bad68b9b-ac12-420f-8661-837ece474ce0" providerId="ADAL" clId="{B26AC961-FFCE-4E9F-8277-1794A8878791}" dt="2025-08-20T02:09:34.276" v="376"/>
          <ac:spMkLst>
            <pc:docMk/>
            <pc:sldMk cId="1113282737" sldId="263"/>
            <ac:spMk id="18" creationId="{09F67438-FBEA-EAF1-76DC-8C9A49A368D7}"/>
          </ac:spMkLst>
        </pc:spChg>
        <pc:spChg chg="mod">
          <ac:chgData name="권혁" userId="bad68b9b-ac12-420f-8661-837ece474ce0" providerId="ADAL" clId="{B26AC961-FFCE-4E9F-8277-1794A8878791}" dt="2025-08-20T02:08:31.627" v="348"/>
          <ac:spMkLst>
            <pc:docMk/>
            <pc:sldMk cId="1113282737" sldId="263"/>
            <ac:spMk id="20" creationId="{9AC5C483-A615-7F10-3495-75C6E095E7F4}"/>
          </ac:spMkLst>
        </pc:spChg>
        <pc:spChg chg="mod">
          <ac:chgData name="권혁" userId="bad68b9b-ac12-420f-8661-837ece474ce0" providerId="ADAL" clId="{B26AC961-FFCE-4E9F-8277-1794A8878791}" dt="2025-08-20T02:08:42.084" v="366" actId="20577"/>
          <ac:spMkLst>
            <pc:docMk/>
            <pc:sldMk cId="1113282737" sldId="263"/>
            <ac:spMk id="21" creationId="{3D29742F-EA72-0C92-E924-5B0F43BBA3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983A3-8E0E-8243-8319-B16313B95AE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9288" y="1241425"/>
            <a:ext cx="54991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826D0-72A1-0C49-A611-DF2C95318885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809857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1pPr>
    <a:lvl2pPr marL="127825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2pPr>
    <a:lvl3pPr marL="255650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3pPr>
    <a:lvl4pPr marL="383475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4pPr>
    <a:lvl5pPr marL="511300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5pPr>
    <a:lvl6pPr marL="639127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6pPr>
    <a:lvl7pPr marL="766952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7pPr>
    <a:lvl8pPr marL="894777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8pPr>
    <a:lvl9pPr marL="1022602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826D0-72A1-0C49-A611-DF2C95318885}" type="slidenum">
              <a:rPr kumimoji="1" lang="x-none" altLang="en-US" smtClean="0"/>
              <a:t>1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346788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ㅋ</a:t>
            </a:r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826D0-72A1-0C49-A611-DF2C95318885}" type="slidenum">
              <a:rPr kumimoji="1" lang="x-none" altLang="en-US" smtClean="0"/>
              <a:t>2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191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3941" y="329954"/>
            <a:ext cx="2483644" cy="701910"/>
          </a:xfrm>
        </p:spPr>
        <p:txBody>
          <a:bodyPr anchor="b"/>
          <a:lstStyle>
            <a:lvl1pPr algn="ctr">
              <a:defRPr sz="163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3941" y="1058933"/>
            <a:ext cx="2483644" cy="486763"/>
          </a:xfrm>
        </p:spPr>
        <p:txBody>
          <a:bodyPr/>
          <a:lstStyle>
            <a:lvl1pPr marL="0" indent="0" algn="ctr">
              <a:buNone/>
              <a:defRPr sz="652"/>
            </a:lvl1pPr>
            <a:lvl2pPr marL="124176" indent="0" algn="ctr">
              <a:buNone/>
              <a:defRPr sz="543"/>
            </a:lvl2pPr>
            <a:lvl3pPr marL="248351" indent="0" algn="ctr">
              <a:buNone/>
              <a:defRPr sz="489"/>
            </a:lvl3pPr>
            <a:lvl4pPr marL="372527" indent="0" algn="ctr">
              <a:buNone/>
              <a:defRPr sz="435"/>
            </a:lvl4pPr>
            <a:lvl5pPr marL="496702" indent="0" algn="ctr">
              <a:buNone/>
              <a:defRPr sz="435"/>
            </a:lvl5pPr>
            <a:lvl6pPr marL="620878" indent="0" algn="ctr">
              <a:buNone/>
              <a:defRPr sz="435"/>
            </a:lvl6pPr>
            <a:lvl7pPr marL="745053" indent="0" algn="ctr">
              <a:buNone/>
              <a:defRPr sz="435"/>
            </a:lvl7pPr>
            <a:lvl8pPr marL="869229" indent="0" algn="ctr">
              <a:buNone/>
              <a:defRPr sz="435"/>
            </a:lvl8pPr>
            <a:lvl9pPr marL="993404" indent="0" algn="ctr">
              <a:buNone/>
              <a:defRPr sz="43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2186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61719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943" y="502631"/>
            <a:ext cx="2856190" cy="838652"/>
          </a:xfrm>
        </p:spPr>
        <p:txBody>
          <a:bodyPr anchor="b"/>
          <a:lstStyle>
            <a:lvl1pPr>
              <a:defRPr sz="163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943" y="1349217"/>
            <a:ext cx="2856190" cy="441027"/>
          </a:xfrm>
        </p:spPr>
        <p:txBody>
          <a:bodyPr/>
          <a:lstStyle>
            <a:lvl1pPr marL="0" indent="0">
              <a:buNone/>
              <a:defRPr sz="652">
                <a:solidFill>
                  <a:schemeClr val="tx1">
                    <a:tint val="75000"/>
                  </a:schemeClr>
                </a:solidFill>
              </a:defRPr>
            </a:lvl1pPr>
            <a:lvl2pPr marL="124176" indent="0">
              <a:buNone/>
              <a:defRPr sz="543">
                <a:solidFill>
                  <a:schemeClr val="tx1">
                    <a:tint val="75000"/>
                  </a:schemeClr>
                </a:solidFill>
              </a:defRPr>
            </a:lvl2pPr>
            <a:lvl3pPr marL="248351" indent="0">
              <a:buNone/>
              <a:defRPr sz="489">
                <a:solidFill>
                  <a:schemeClr val="tx1">
                    <a:tint val="75000"/>
                  </a:schemeClr>
                </a:solidFill>
              </a:defRPr>
            </a:lvl3pPr>
            <a:lvl4pPr marL="372527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4pPr>
            <a:lvl5pPr marL="496702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5pPr>
            <a:lvl6pPr marL="620878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6pPr>
            <a:lvl7pPr marL="745053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7pPr>
            <a:lvl8pPr marL="869229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8pPr>
            <a:lvl9pPr marL="993404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37985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667" y="536700"/>
            <a:ext cx="1407398" cy="1279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6460" y="536700"/>
            <a:ext cx="1407398" cy="1279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400996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099" y="107340"/>
            <a:ext cx="2856190" cy="38969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099" y="494231"/>
            <a:ext cx="1400930" cy="242215"/>
          </a:xfrm>
        </p:spPr>
        <p:txBody>
          <a:bodyPr anchor="b"/>
          <a:lstStyle>
            <a:lvl1pPr marL="0" indent="0">
              <a:buNone/>
              <a:defRPr sz="652" b="1"/>
            </a:lvl1pPr>
            <a:lvl2pPr marL="124176" indent="0">
              <a:buNone/>
              <a:defRPr sz="543" b="1"/>
            </a:lvl2pPr>
            <a:lvl3pPr marL="248351" indent="0">
              <a:buNone/>
              <a:defRPr sz="489" b="1"/>
            </a:lvl3pPr>
            <a:lvl4pPr marL="372527" indent="0">
              <a:buNone/>
              <a:defRPr sz="435" b="1"/>
            </a:lvl4pPr>
            <a:lvl5pPr marL="496702" indent="0">
              <a:buNone/>
              <a:defRPr sz="435" b="1"/>
            </a:lvl5pPr>
            <a:lvl6pPr marL="620878" indent="0">
              <a:buNone/>
              <a:defRPr sz="435" b="1"/>
            </a:lvl6pPr>
            <a:lvl7pPr marL="745053" indent="0">
              <a:buNone/>
              <a:defRPr sz="435" b="1"/>
            </a:lvl7pPr>
            <a:lvl8pPr marL="869229" indent="0">
              <a:buNone/>
              <a:defRPr sz="435" b="1"/>
            </a:lvl8pPr>
            <a:lvl9pPr marL="993404" indent="0">
              <a:buNone/>
              <a:defRPr sz="43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099" y="736445"/>
            <a:ext cx="1400930" cy="10832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6460" y="494231"/>
            <a:ext cx="1407829" cy="242215"/>
          </a:xfrm>
        </p:spPr>
        <p:txBody>
          <a:bodyPr anchor="b"/>
          <a:lstStyle>
            <a:lvl1pPr marL="0" indent="0">
              <a:buNone/>
              <a:defRPr sz="652" b="1"/>
            </a:lvl1pPr>
            <a:lvl2pPr marL="124176" indent="0">
              <a:buNone/>
              <a:defRPr sz="543" b="1"/>
            </a:lvl2pPr>
            <a:lvl3pPr marL="248351" indent="0">
              <a:buNone/>
              <a:defRPr sz="489" b="1"/>
            </a:lvl3pPr>
            <a:lvl4pPr marL="372527" indent="0">
              <a:buNone/>
              <a:defRPr sz="435" b="1"/>
            </a:lvl4pPr>
            <a:lvl5pPr marL="496702" indent="0">
              <a:buNone/>
              <a:defRPr sz="435" b="1"/>
            </a:lvl5pPr>
            <a:lvl6pPr marL="620878" indent="0">
              <a:buNone/>
              <a:defRPr sz="435" b="1"/>
            </a:lvl6pPr>
            <a:lvl7pPr marL="745053" indent="0">
              <a:buNone/>
              <a:defRPr sz="435" b="1"/>
            </a:lvl7pPr>
            <a:lvl8pPr marL="869229" indent="0">
              <a:buNone/>
              <a:defRPr sz="435" b="1"/>
            </a:lvl8pPr>
            <a:lvl9pPr marL="993404" indent="0">
              <a:buNone/>
              <a:defRPr sz="43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6460" y="736445"/>
            <a:ext cx="1407829" cy="10832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91397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91641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95246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099" y="134408"/>
            <a:ext cx="1068053" cy="470429"/>
          </a:xfrm>
        </p:spPr>
        <p:txBody>
          <a:bodyPr anchor="b"/>
          <a:lstStyle>
            <a:lvl1pPr>
              <a:defRPr sz="86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7829" y="290285"/>
            <a:ext cx="1676460" cy="1432755"/>
          </a:xfrm>
        </p:spPr>
        <p:txBody>
          <a:bodyPr/>
          <a:lstStyle>
            <a:lvl1pPr>
              <a:defRPr sz="869"/>
            </a:lvl1pPr>
            <a:lvl2pPr>
              <a:defRPr sz="760"/>
            </a:lvl2pPr>
            <a:lvl3pPr>
              <a:defRPr sz="652"/>
            </a:lvl3pPr>
            <a:lvl4pPr>
              <a:defRPr sz="543"/>
            </a:lvl4pPr>
            <a:lvl5pPr>
              <a:defRPr sz="543"/>
            </a:lvl5pPr>
            <a:lvl6pPr>
              <a:defRPr sz="543"/>
            </a:lvl6pPr>
            <a:lvl7pPr>
              <a:defRPr sz="543"/>
            </a:lvl7pPr>
            <a:lvl8pPr>
              <a:defRPr sz="543"/>
            </a:lvl8pPr>
            <a:lvl9pPr>
              <a:defRPr sz="54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099" y="604838"/>
            <a:ext cx="1068053" cy="1120536"/>
          </a:xfrm>
        </p:spPr>
        <p:txBody>
          <a:bodyPr/>
          <a:lstStyle>
            <a:lvl1pPr marL="0" indent="0">
              <a:buNone/>
              <a:defRPr sz="435"/>
            </a:lvl1pPr>
            <a:lvl2pPr marL="124176" indent="0">
              <a:buNone/>
              <a:defRPr sz="380"/>
            </a:lvl2pPr>
            <a:lvl3pPr marL="248351" indent="0">
              <a:buNone/>
              <a:defRPr sz="326"/>
            </a:lvl3pPr>
            <a:lvl4pPr marL="372527" indent="0">
              <a:buNone/>
              <a:defRPr sz="272"/>
            </a:lvl4pPr>
            <a:lvl5pPr marL="496702" indent="0">
              <a:buNone/>
              <a:defRPr sz="272"/>
            </a:lvl5pPr>
            <a:lvl6pPr marL="620878" indent="0">
              <a:buNone/>
              <a:defRPr sz="272"/>
            </a:lvl6pPr>
            <a:lvl7pPr marL="745053" indent="0">
              <a:buNone/>
              <a:defRPr sz="272"/>
            </a:lvl7pPr>
            <a:lvl8pPr marL="869229" indent="0">
              <a:buNone/>
              <a:defRPr sz="272"/>
            </a:lvl8pPr>
            <a:lvl9pPr marL="993404" indent="0">
              <a:buNone/>
              <a:defRPr sz="2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71158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099" y="134408"/>
            <a:ext cx="1068053" cy="470429"/>
          </a:xfrm>
        </p:spPr>
        <p:txBody>
          <a:bodyPr anchor="b"/>
          <a:lstStyle>
            <a:lvl1pPr>
              <a:defRPr sz="86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07829" y="290285"/>
            <a:ext cx="1676460" cy="1432755"/>
          </a:xfrm>
        </p:spPr>
        <p:txBody>
          <a:bodyPr anchor="t"/>
          <a:lstStyle>
            <a:lvl1pPr marL="0" indent="0">
              <a:buNone/>
              <a:defRPr sz="869"/>
            </a:lvl1pPr>
            <a:lvl2pPr marL="124176" indent="0">
              <a:buNone/>
              <a:defRPr sz="760"/>
            </a:lvl2pPr>
            <a:lvl3pPr marL="248351" indent="0">
              <a:buNone/>
              <a:defRPr sz="652"/>
            </a:lvl3pPr>
            <a:lvl4pPr marL="372527" indent="0">
              <a:buNone/>
              <a:defRPr sz="543"/>
            </a:lvl4pPr>
            <a:lvl5pPr marL="496702" indent="0">
              <a:buNone/>
              <a:defRPr sz="543"/>
            </a:lvl5pPr>
            <a:lvl6pPr marL="620878" indent="0">
              <a:buNone/>
              <a:defRPr sz="543"/>
            </a:lvl6pPr>
            <a:lvl7pPr marL="745053" indent="0">
              <a:buNone/>
              <a:defRPr sz="543"/>
            </a:lvl7pPr>
            <a:lvl8pPr marL="869229" indent="0">
              <a:buNone/>
              <a:defRPr sz="543"/>
            </a:lvl8pPr>
            <a:lvl9pPr marL="993404" indent="0">
              <a:buNone/>
              <a:defRPr sz="54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099" y="604838"/>
            <a:ext cx="1068053" cy="1120536"/>
          </a:xfrm>
        </p:spPr>
        <p:txBody>
          <a:bodyPr/>
          <a:lstStyle>
            <a:lvl1pPr marL="0" indent="0">
              <a:buNone/>
              <a:defRPr sz="435"/>
            </a:lvl1pPr>
            <a:lvl2pPr marL="124176" indent="0">
              <a:buNone/>
              <a:defRPr sz="380"/>
            </a:lvl2pPr>
            <a:lvl3pPr marL="248351" indent="0">
              <a:buNone/>
              <a:defRPr sz="326"/>
            </a:lvl3pPr>
            <a:lvl4pPr marL="372527" indent="0">
              <a:buNone/>
              <a:defRPr sz="272"/>
            </a:lvl4pPr>
            <a:lvl5pPr marL="496702" indent="0">
              <a:buNone/>
              <a:defRPr sz="272"/>
            </a:lvl5pPr>
            <a:lvl6pPr marL="620878" indent="0">
              <a:buNone/>
              <a:defRPr sz="272"/>
            </a:lvl6pPr>
            <a:lvl7pPr marL="745053" indent="0">
              <a:buNone/>
              <a:defRPr sz="272"/>
            </a:lvl7pPr>
            <a:lvl8pPr marL="869229" indent="0">
              <a:buNone/>
              <a:defRPr sz="272"/>
            </a:lvl8pPr>
            <a:lvl9pPr marL="993404" indent="0">
              <a:buNone/>
              <a:defRPr sz="2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061819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19289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69810" y="107340"/>
            <a:ext cx="714048" cy="17085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7667" y="107340"/>
            <a:ext cx="2100749" cy="170857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9274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7668" y="107340"/>
            <a:ext cx="2856190" cy="389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668" y="536700"/>
            <a:ext cx="2856190" cy="1279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7667" y="1868649"/>
            <a:ext cx="745093" cy="107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4C96D-1823-A54A-BA0C-C931E11C312A}" type="datetimeFigureOut">
              <a:rPr kumimoji="1" lang="x-none" altLang="en-US" smtClean="0"/>
              <a:t>2025-11-30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943" y="1868649"/>
            <a:ext cx="1117640" cy="107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38765" y="1868649"/>
            <a:ext cx="745093" cy="107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28740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8351" rtl="0" eaLnBrk="1" latinLnBrk="0" hangingPunct="1">
        <a:lnSpc>
          <a:spcPct val="90000"/>
        </a:lnSpc>
        <a:spcBef>
          <a:spcPct val="0"/>
        </a:spcBef>
        <a:buNone/>
        <a:defRPr sz="11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088" indent="-62088" algn="l" defTabSz="248351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86263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2pPr>
      <a:lvl3pPr marL="310439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543" kern="1200">
          <a:solidFill>
            <a:schemeClr val="tx1"/>
          </a:solidFill>
          <a:latin typeface="+mn-lt"/>
          <a:ea typeface="+mn-ea"/>
          <a:cs typeface="+mn-cs"/>
        </a:defRPr>
      </a:lvl3pPr>
      <a:lvl4pPr marL="434614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4pPr>
      <a:lvl5pPr marL="558790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5pPr>
      <a:lvl6pPr marL="682965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6pPr>
      <a:lvl7pPr marL="807141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7pPr>
      <a:lvl8pPr marL="931316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8pPr>
      <a:lvl9pPr marL="1055492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1pPr>
      <a:lvl2pPr marL="124176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2pPr>
      <a:lvl3pPr marL="248351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3pPr>
      <a:lvl4pPr marL="372527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4pPr>
      <a:lvl5pPr marL="496702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5pPr>
      <a:lvl6pPr marL="620878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6pPr>
      <a:lvl7pPr marL="745053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7pPr>
      <a:lvl8pPr marL="869229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8pPr>
      <a:lvl9pPr marL="993404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스크린샷, 그래픽, 상징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1F584B1-8411-06DE-0AD2-E8EF474D4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977" y="-24119"/>
            <a:ext cx="709483" cy="7094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2FFC59-2A36-704E-9630-6E4F2E9F152D}"/>
              </a:ext>
            </a:extLst>
          </p:cNvPr>
          <p:cNvSpPr txBox="1"/>
          <p:nvPr/>
        </p:nvSpPr>
        <p:spPr>
          <a:xfrm>
            <a:off x="1868990" y="972690"/>
            <a:ext cx="1309084" cy="198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850"/>
              </a:lnSpc>
            </a:pPr>
            <a:r>
              <a:rPr kumimoji="1" lang="en-US" altLang="ko-KR" sz="650" dirty="0">
                <a:latin typeface="Inter" panose="02000503000000020004" pitchFamily="2" charset="0"/>
                <a:ea typeface="Inter" panose="02000503000000020004" pitchFamily="2" charset="0"/>
              </a:rPr>
              <a:t>{email} </a:t>
            </a:r>
            <a:endParaRPr kumimoji="1" lang="x-none" altLang="en-US" sz="650" dirty="0">
              <a:latin typeface="Inter" panose="02000503000000020004" pitchFamily="2" charset="0"/>
              <a:ea typeface="Noto Sans CJK KR Medium" panose="020B05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EC3A7-2B0F-ED95-2FE7-7EA19FC4AF0A}"/>
              </a:ext>
            </a:extLst>
          </p:cNvPr>
          <p:cNvSpPr txBox="1"/>
          <p:nvPr/>
        </p:nvSpPr>
        <p:spPr>
          <a:xfrm>
            <a:off x="146050" y="1212792"/>
            <a:ext cx="672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spc="-20" dirty="0" err="1">
                <a:latin typeface="Noto Sans CJK KR" panose="020B0500000000000000" pitchFamily="34" charset="-127"/>
                <a:ea typeface="Noto Sans CJK KR" panose="020B0500000000000000" pitchFamily="34" charset="-127"/>
              </a:rPr>
              <a:t>Cardmaker</a:t>
            </a:r>
            <a:r>
              <a:rPr kumimoji="1" lang="en-US" altLang="ko-KR" sz="600" spc="-20" dirty="0">
                <a:latin typeface="Noto Sans CJK KR" panose="020B0500000000000000" pitchFamily="34" charset="-127"/>
                <a:ea typeface="Noto Sans CJK KR" panose="020B0500000000000000" pitchFamily="34" charset="-127"/>
              </a:rPr>
              <a:t> </a:t>
            </a:r>
            <a:r>
              <a:rPr kumimoji="1" lang="ko-KR" altLang="en-US" sz="600" spc="-20" dirty="0">
                <a:latin typeface="Noto Sans CJK KR" panose="020B0500000000000000" pitchFamily="34" charset="-127"/>
                <a:ea typeface="Noto Sans CJK KR" panose="020B0500000000000000" pitchFamily="34" charset="-127"/>
              </a:rPr>
              <a:t>Inc.</a:t>
            </a:r>
            <a:endParaRPr kumimoji="1" lang="x-none" altLang="en-US" sz="600" spc="-20" dirty="0">
              <a:latin typeface="Noto Sans CJK KR" panose="020B0500000000000000" pitchFamily="34" charset="-127"/>
              <a:ea typeface="Noto Sans CJK KR" panose="020B0500000000000000" pitchFamily="34" charset="-127"/>
            </a:endParaRPr>
          </a:p>
          <a:p>
            <a:endParaRPr kumimoji="1" lang="x-none" altLang="en-US" sz="600" spc="-30" dirty="0">
              <a:latin typeface="Noto Sans CJK KR" panose="020B0500000000000000" pitchFamily="34" charset="-127"/>
              <a:ea typeface="Noto Sans CJK KR" panose="020B05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6FFF1-324E-85A9-BCE6-8E96085F90FA}"/>
              </a:ext>
            </a:extLst>
          </p:cNvPr>
          <p:cNvSpPr txBox="1"/>
          <p:nvPr/>
        </p:nvSpPr>
        <p:spPr>
          <a:xfrm>
            <a:off x="152401" y="1375772"/>
            <a:ext cx="1454150" cy="292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70"/>
              </a:lnSpc>
            </a:pPr>
            <a:r>
              <a:rPr kumimoji="1" lang="en-US" altLang="ko-KR" sz="620" dirty="0">
                <a:latin typeface="Inter" panose="02000503000000020004" pitchFamily="2" charset="0"/>
                <a:ea typeface="Inter" panose="02000503000000020004" pitchFamily="2" charset="0"/>
              </a:rPr>
              <a:t>123 Main Street, Anytown</a:t>
            </a:r>
          </a:p>
          <a:p>
            <a:pPr>
              <a:lnSpc>
                <a:spcPts val="770"/>
              </a:lnSpc>
            </a:pPr>
            <a:r>
              <a:rPr kumimoji="1" lang="en-US" altLang="ko-KR" sz="620" dirty="0">
                <a:latin typeface="Inter" panose="02000503000000020004" pitchFamily="2" charset="0"/>
                <a:ea typeface="Inter" panose="02000503000000020004" pitchFamily="2" charset="0"/>
              </a:rPr>
              <a:t>Seoul, Korea</a:t>
            </a:r>
            <a:endParaRPr kumimoji="1" lang="x-none" altLang="en-US" sz="620" dirty="0">
              <a:latin typeface="Inter" panose="02000503000000020004" pitchFamily="2" charset="0"/>
              <a:ea typeface="Noto Sans CJK KR Medium" panose="020B0500000000000000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D4E52-91D2-8361-3F45-EED5259A0935}"/>
              </a:ext>
            </a:extLst>
          </p:cNvPr>
          <p:cNvSpPr txBox="1"/>
          <p:nvPr/>
        </p:nvSpPr>
        <p:spPr>
          <a:xfrm>
            <a:off x="2159876" y="1648059"/>
            <a:ext cx="1018198" cy="19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850"/>
              </a:lnSpc>
            </a:pPr>
            <a:r>
              <a:rPr kumimoji="1" lang="en-US" altLang="en-US" sz="600" dirty="0">
                <a:latin typeface="Inter" panose="02000503000000020004" pitchFamily="2" charset="0"/>
                <a:ea typeface="Noto Sans CJK KR Medium" panose="020B0500000000000000" pitchFamily="34" charset="-128"/>
              </a:rPr>
              <a:t>{</a:t>
            </a:r>
            <a:r>
              <a:rPr kumimoji="1" lang="en-US" altLang="en-US" sz="600" dirty="0" err="1">
                <a:latin typeface="Inter" panose="02000503000000020004" pitchFamily="2" charset="0"/>
                <a:ea typeface="Noto Sans CJK KR Medium" panose="020B0500000000000000" pitchFamily="34" charset="-128"/>
              </a:rPr>
              <a:t>qrcode</a:t>
            </a:r>
            <a:r>
              <a:rPr kumimoji="1" lang="en-US" altLang="en-US" sz="600" dirty="0">
                <a:latin typeface="Inter" panose="02000503000000020004" pitchFamily="2" charset="0"/>
                <a:ea typeface="Noto Sans CJK KR Medium" panose="020B0500000000000000" pitchFamily="34" charset="-128"/>
              </a:rPr>
              <a:t>}</a:t>
            </a:r>
            <a:endParaRPr kumimoji="1" lang="x-none" altLang="en-US" sz="600" dirty="0">
              <a:latin typeface="Inter" panose="02000503000000020004" pitchFamily="2" charset="0"/>
              <a:ea typeface="Noto Sans CJK KR Medium" panose="020B0500000000000000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F67438-FBEA-EAF1-76DC-8C9A49A368D7}"/>
              </a:ext>
            </a:extLst>
          </p:cNvPr>
          <p:cNvSpPr txBox="1"/>
          <p:nvPr/>
        </p:nvSpPr>
        <p:spPr>
          <a:xfrm>
            <a:off x="153193" y="798482"/>
            <a:ext cx="1188146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50" dirty="0">
                <a:latin typeface="Inter" panose="02000503000000020004" pitchFamily="2" charset="0"/>
                <a:ea typeface="Inter" panose="02000503000000020004" pitchFamily="2" charset="0"/>
              </a:rPr>
              <a:t>{position_en}</a:t>
            </a:r>
            <a:endParaRPr kumimoji="1" lang="x-none" altLang="en-US" sz="6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C5C483-A615-7F10-3495-75C6E095E7F4}"/>
              </a:ext>
            </a:extLst>
          </p:cNvPr>
          <p:cNvSpPr txBox="1"/>
          <p:nvPr/>
        </p:nvSpPr>
        <p:spPr>
          <a:xfrm>
            <a:off x="161712" y="212611"/>
            <a:ext cx="945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spc="300" dirty="0" err="1">
                <a:latin typeface="Noto Sans CJK KR" panose="020B0500000000000000" pitchFamily="34" charset="-127"/>
                <a:ea typeface="Noto Sans CJK KR" panose="020B0500000000000000" pitchFamily="34" charset="-127"/>
              </a:rPr>
              <a:t>{name}</a:t>
            </a:r>
            <a:endParaRPr kumimoji="1" lang="x-none" altLang="en-US" sz="1100" spc="300" dirty="0">
              <a:latin typeface="Noto Sans CJK KR" panose="020B0500000000000000" pitchFamily="34" charset="-127"/>
              <a:ea typeface="Noto Sans CJK KR" panose="020B0500000000000000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9742F-EA72-0C92-E924-5B0F43BBA396}"/>
              </a:ext>
            </a:extLst>
          </p:cNvPr>
          <p:cNvSpPr txBox="1"/>
          <p:nvPr/>
        </p:nvSpPr>
        <p:spPr>
          <a:xfrm>
            <a:off x="798837" y="259379"/>
            <a:ext cx="165576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50" dirty="0" err="1">
                <a:latin typeface="Inter" panose="02000503000000020004" pitchFamily="2" charset="0"/>
                <a:ea typeface="Noto Sans CJK KR" panose="020B0500000000000000" pitchFamily="34" charset="-128"/>
              </a:rPr>
              <a:t>{name_en}</a:t>
            </a:r>
            <a:endParaRPr lang="x-none" altLang="en-US" sz="750" dirty="0">
              <a:latin typeface="Inter" panose="02000503000000020004" pitchFamily="2" charset="0"/>
              <a:ea typeface="Noto Sans CJK KR" panose="020B05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DBA98-E9B9-2755-3D1B-184FDA502086}"/>
              </a:ext>
            </a:extLst>
          </p:cNvPr>
          <p:cNvSpPr txBox="1"/>
          <p:nvPr/>
        </p:nvSpPr>
        <p:spPr>
          <a:xfrm>
            <a:off x="149225" y="666365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700" spc="-50" dirty="0">
                <a:latin typeface="Noto Sans CJK KR" panose="020B0500000000000000" pitchFamily="34" charset="-127"/>
                <a:ea typeface="Noto Sans CJK KR" panose="020B0500000000000000" pitchFamily="34" charset="-127"/>
              </a:rPr>
              <a:t>{position}</a:t>
            </a:r>
            <a:endParaRPr kumimoji="1" lang="x-none" altLang="en-US" sz="700" spc="-50" dirty="0">
              <a:latin typeface="Noto Sans CJK KR" panose="020B0500000000000000" pitchFamily="34" charset="-127"/>
              <a:ea typeface="Noto Sans CJK KR" panose="020B0500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81817-1747-6F75-2394-FCECB4F4237A}"/>
              </a:ext>
            </a:extLst>
          </p:cNvPr>
          <p:cNvSpPr txBox="1"/>
          <p:nvPr/>
        </p:nvSpPr>
        <p:spPr>
          <a:xfrm>
            <a:off x="2153435" y="589542"/>
            <a:ext cx="101819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850"/>
              </a:lnSpc>
            </a:pPr>
            <a:r>
              <a:rPr kumimoji="1" lang="en-US" altLang="ko-KR" sz="650" spc="-20" dirty="0">
                <a:latin typeface="Inter" panose="02000503000000020004" pitchFamily="2" charset="0"/>
                <a:ea typeface="Inter" panose="02000503000000020004" pitchFamily="2" charset="0"/>
              </a:rPr>
              <a:t>+82</a:t>
            </a:r>
          </a:p>
          <a:p>
            <a:pPr algn="r">
              <a:lnSpc>
                <a:spcPts val="850"/>
              </a:lnSpc>
            </a:pPr>
            <a:r>
              <a:rPr kumimoji="1" lang="en-US" altLang="ko-KR" sz="650" spc="-20" dirty="0">
                <a:latin typeface="Inter" panose="02000503000000020004" pitchFamily="2" charset="0"/>
                <a:ea typeface="Inter" panose="02000503000000020004" pitchFamily="2" charset="0"/>
              </a:rPr>
              <a:t>{extension}</a:t>
            </a:r>
          </a:p>
          <a:p>
            <a:pPr algn="r">
              <a:lnSpc>
                <a:spcPts val="850"/>
              </a:lnSpc>
            </a:pPr>
            <a:r>
              <a:rPr kumimoji="1" lang="en-US" altLang="ko-KR" sz="650" spc="-20" dirty="0">
                <a:latin typeface="Inter" panose="02000503000000020004" pitchFamily="2" charset="0"/>
                <a:ea typeface="Inter" panose="02000503000000020004" pitchFamily="2" charset="0"/>
              </a:rPr>
              <a:t>{mobile}</a:t>
            </a:r>
            <a:endParaRPr kumimoji="1" lang="x-none" altLang="en-US" sz="650" spc="-20" dirty="0">
              <a:latin typeface="Inter" panose="02000503000000020004" pitchFamily="2" charset="0"/>
              <a:ea typeface="Noto Sans CJK KR Medium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328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809C88-E346-3EBE-794D-0E9611CD117B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308513" cy="2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31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bad30a-9f33-46ea-9152-79a672abe8bc">
      <Terms xmlns="http://schemas.microsoft.com/office/infopath/2007/PartnerControls"/>
    </lcf76f155ced4ddcb4097134ff3c332f>
    <TaxCatchAll xmlns="a9ab9ea2-8dcc-430b-8acd-2c02023853c7" xsi:nil="true"/>
    <_xc0ac__xc6a9__xc790_ xmlns="91bad30a-9f33-46ea-9152-79a672abe8bc">
      <UserInfo>
        <DisplayName/>
        <AccountId xsi:nil="true"/>
        <AccountType/>
      </UserInfo>
    </_xc0ac__xc6a9__xc790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137F82A4FE7434A948CF3D34D59947F" ma:contentTypeVersion="15" ma:contentTypeDescription="새 문서를 만듭니다." ma:contentTypeScope="" ma:versionID="c5b60202a6941c2d2129ee17c58a5b59">
  <xsd:schema xmlns:xsd="http://www.w3.org/2001/XMLSchema" xmlns:xs="http://www.w3.org/2001/XMLSchema" xmlns:p="http://schemas.microsoft.com/office/2006/metadata/properties" xmlns:ns2="91bad30a-9f33-46ea-9152-79a672abe8bc" xmlns:ns3="a9ab9ea2-8dcc-430b-8acd-2c02023853c7" targetNamespace="http://schemas.microsoft.com/office/2006/metadata/properties" ma:root="true" ma:fieldsID="b893eb76693fcc399e26a573c35bd9fe" ns2:_="" ns3:_="">
    <xsd:import namespace="91bad30a-9f33-46ea-9152-79a672abe8bc"/>
    <xsd:import namespace="a9ab9ea2-8dcc-430b-8acd-2c02023853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_xc0ac__xc6a9__xc790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bad30a-9f33-46ea-9152-79a672abe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00e00cf3-2dd3-4478-b71e-a7bb9fbe1f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_xc0ac__xc6a9__xc790_" ma:index="21" nillable="true" ma:displayName="사용자" ma:format="Dropdown" ma:list="UserInfo" ma:SharePointGroup="0" ma:internalName="_xc0ac__xc6a9__xc790_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b9ea2-8dcc-430b-8acd-2c02023853c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c05ed7a-1c34-48bd-90e1-62026f2870c0}" ma:internalName="TaxCatchAll" ma:showField="CatchAllData" ma:web="a9ab9ea2-8dcc-430b-8acd-2c02023853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0C9AB8-A8B3-49ED-9F31-38D242935E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2569F0-9C3A-4EF8-A55A-F33C12D9CCA3}">
  <ds:schemaRefs>
    <ds:schemaRef ds:uri="http://purl.org/dc/dcmitype/"/>
    <ds:schemaRef ds:uri="http://purl.org/dc/terms/"/>
    <ds:schemaRef ds:uri="a9ab9ea2-8dcc-430b-8acd-2c02023853c7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91bad30a-9f33-46ea-9152-79a672abe8bc"/>
  </ds:schemaRefs>
</ds:datastoreItem>
</file>

<file path=customXml/itemProps3.xml><?xml version="1.0" encoding="utf-8"?>
<ds:datastoreItem xmlns:ds="http://schemas.openxmlformats.org/officeDocument/2006/customXml" ds:itemID="{B8A0ED18-863D-4D9F-BF93-84BA4245EB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bad30a-9f33-46ea-9152-79a672abe8bc"/>
    <ds:schemaRef ds:uri="a9ab9ea2-8dcc-430b-8acd-2c02023853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2034</TotalTime>
  <Words>44</Words>
  <Application>Microsoft Office PowerPoint</Application>
  <PresentationFormat>사용자 지정</PresentationFormat>
  <Paragraphs>15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Inter</vt:lpstr>
      <vt:lpstr>Noto Sans CJK KR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정현조</cp:lastModifiedBy>
  <cp:revision>282</cp:revision>
  <cp:lastPrinted>2023-10-05T08:20:19Z</cp:lastPrinted>
  <dcterms:created xsi:type="dcterms:W3CDTF">2023-02-23T02:37:40Z</dcterms:created>
  <dcterms:modified xsi:type="dcterms:W3CDTF">2025-11-30T13:45:57Z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0x0101000137F82A4FE7434A948CF3D34D59947F</vt:lpwstr>
  </property>
</Properties>
</file>